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9">
  <p:sldMasterIdLst>
    <p:sldMasterId id="2147483648" r:id="rId1"/>
  </p:sldMasterIdLst>
  <p:sldIdLst>
    <p:sldId id="266" r:id="rId3"/>
    <p:sldId id="268" r:id="rId4"/>
  </p:sldIdLst>
  <p:sldSz cx="35999420" cy="1800034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30" userDrawn="1">
          <p15:clr>
            <a:srgbClr val="A4A3A4"/>
          </p15:clr>
        </p15:guide>
        <p15:guide id="2" pos="113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D0"/>
    <a:srgbClr val="1B5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69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-639" y="216"/>
      </p:cViewPr>
      <p:guideLst>
        <p:guide orient="horz" pos="10730"/>
        <p:guide pos="113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2945943"/>
            <a:ext cx="26999804" cy="6266897"/>
          </a:xfrm>
        </p:spPr>
        <p:txBody>
          <a:bodyPr anchor="b"/>
          <a:lstStyle>
            <a:lvl1pPr algn="ctr"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9454516"/>
            <a:ext cx="26999804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150" indent="0" algn="ctr">
              <a:buNone/>
              <a:defRPr sz="5250"/>
            </a:lvl2pPr>
            <a:lvl3pPr marL="2400300" indent="0" algn="ctr">
              <a:buNone/>
              <a:defRPr sz="4725"/>
            </a:lvl3pPr>
            <a:lvl4pPr marL="3600450" indent="0" algn="ctr">
              <a:buNone/>
              <a:defRPr sz="4200"/>
            </a:lvl4pPr>
            <a:lvl5pPr marL="4799965" indent="0" algn="ctr">
              <a:buNone/>
              <a:defRPr sz="4200"/>
            </a:lvl5pPr>
            <a:lvl6pPr marL="6000115" indent="0" algn="ctr">
              <a:buNone/>
              <a:defRPr sz="4200"/>
            </a:lvl6pPr>
            <a:lvl7pPr marL="7200265" indent="0" algn="ctr">
              <a:buNone/>
              <a:defRPr sz="4200"/>
            </a:lvl7pPr>
            <a:lvl8pPr marL="8400415" indent="0" algn="ctr">
              <a:buNone/>
              <a:defRPr sz="4200"/>
            </a:lvl8pPr>
            <a:lvl9pPr marL="9600565" indent="0" algn="ctr">
              <a:buNone/>
              <a:defRPr sz="4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4487668"/>
            <a:ext cx="31049774" cy="7487774"/>
          </a:xfrm>
        </p:spPr>
        <p:txBody>
          <a:bodyPr anchor="b"/>
          <a:lstStyle>
            <a:lvl1pPr>
              <a:defRPr sz="157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2046280"/>
            <a:ext cx="31049774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200150" indent="0">
              <a:buNone/>
              <a:defRPr sz="5250">
                <a:solidFill>
                  <a:schemeClr val="tx1">
                    <a:tint val="75000"/>
                  </a:schemeClr>
                </a:solidFill>
              </a:defRPr>
            </a:lvl2pPr>
            <a:lvl3pPr marL="2400300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3pPr>
            <a:lvl4pPr marL="360045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7999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1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2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041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565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4791843"/>
            <a:ext cx="1529988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4791843"/>
            <a:ext cx="15299889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958370"/>
            <a:ext cx="31049774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4412664"/>
            <a:ext cx="15229575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6575242"/>
            <a:ext cx="15229575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4412664"/>
            <a:ext cx="15304578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150" indent="0">
              <a:buNone/>
              <a:defRPr sz="5250" b="1"/>
            </a:lvl2pPr>
            <a:lvl3pPr marL="2400300" indent="0">
              <a:buNone/>
              <a:defRPr sz="4725" b="1"/>
            </a:lvl3pPr>
            <a:lvl4pPr marL="3600450" indent="0">
              <a:buNone/>
              <a:defRPr sz="4200" b="1"/>
            </a:lvl4pPr>
            <a:lvl5pPr marL="4799965" indent="0">
              <a:buNone/>
              <a:defRPr sz="4200" b="1"/>
            </a:lvl5pPr>
            <a:lvl6pPr marL="6000115" indent="0">
              <a:buNone/>
              <a:defRPr sz="4200" b="1"/>
            </a:lvl6pPr>
            <a:lvl7pPr marL="7200265" indent="0">
              <a:buNone/>
              <a:defRPr sz="4200" b="1"/>
            </a:lvl7pPr>
            <a:lvl8pPr marL="8400415" indent="0">
              <a:buNone/>
              <a:defRPr sz="4200" b="1"/>
            </a:lvl8pPr>
            <a:lvl9pPr marL="9600565" indent="0">
              <a:buNone/>
              <a:defRPr sz="4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6575242"/>
            <a:ext cx="15304578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2591763"/>
            <a:ext cx="18224867" cy="12792138"/>
          </a:xfrm>
        </p:spPr>
        <p:txBody>
          <a:bodyPr/>
          <a:lstStyle>
            <a:lvl1pPr>
              <a:defRPr sz="8400"/>
            </a:lvl1pPr>
            <a:lvl2pPr>
              <a:defRPr sz="7350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200044"/>
            <a:ext cx="11610852" cy="4200155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2591763"/>
            <a:ext cx="18224867" cy="12792138"/>
          </a:xfrm>
        </p:spPr>
        <p:txBody>
          <a:bodyPr anchor="t"/>
          <a:lstStyle>
            <a:lvl1pPr marL="0" indent="0">
              <a:buNone/>
              <a:defRPr sz="8400"/>
            </a:lvl1pPr>
            <a:lvl2pPr marL="1200150" indent="0">
              <a:buNone/>
              <a:defRPr sz="7350"/>
            </a:lvl2pPr>
            <a:lvl3pPr marL="2400300" indent="0">
              <a:buNone/>
              <a:defRPr sz="6300"/>
            </a:lvl3pPr>
            <a:lvl4pPr marL="3600450" indent="0">
              <a:buNone/>
              <a:defRPr sz="5250"/>
            </a:lvl4pPr>
            <a:lvl5pPr marL="4799965" indent="0">
              <a:buNone/>
              <a:defRPr sz="5250"/>
            </a:lvl5pPr>
            <a:lvl6pPr marL="6000115" indent="0">
              <a:buNone/>
              <a:defRPr sz="5250"/>
            </a:lvl6pPr>
            <a:lvl7pPr marL="7200265" indent="0">
              <a:buNone/>
              <a:defRPr sz="5250"/>
            </a:lvl7pPr>
            <a:lvl8pPr marL="8400415" indent="0">
              <a:buNone/>
              <a:defRPr sz="5250"/>
            </a:lvl8pPr>
            <a:lvl9pPr marL="9600565" indent="0">
              <a:buNone/>
              <a:defRPr sz="52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5400199"/>
            <a:ext cx="11610852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150" indent="0">
              <a:buNone/>
              <a:defRPr sz="3675"/>
            </a:lvl2pPr>
            <a:lvl3pPr marL="2400300" indent="0">
              <a:buNone/>
              <a:defRPr sz="3150"/>
            </a:lvl3pPr>
            <a:lvl4pPr marL="3600450" indent="0">
              <a:buNone/>
              <a:defRPr sz="2625"/>
            </a:lvl4pPr>
            <a:lvl5pPr marL="4799965" indent="0">
              <a:buNone/>
              <a:defRPr sz="2625"/>
            </a:lvl5pPr>
            <a:lvl6pPr marL="6000115" indent="0">
              <a:buNone/>
              <a:defRPr sz="2625"/>
            </a:lvl6pPr>
            <a:lvl7pPr marL="7200265" indent="0">
              <a:buNone/>
              <a:defRPr sz="2625"/>
            </a:lvl7pPr>
            <a:lvl8pPr marL="8400415" indent="0">
              <a:buNone/>
              <a:defRPr sz="2625"/>
            </a:lvl8pPr>
            <a:lvl9pPr marL="9600565" indent="0">
              <a:buNone/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958369"/>
            <a:ext cx="7762444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958369"/>
            <a:ext cx="22837334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958370"/>
            <a:ext cx="31049774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4791843"/>
            <a:ext cx="31049774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16683949"/>
            <a:ext cx="12149912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16683949"/>
            <a:ext cx="8099941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400300" rtl="0" eaLnBrk="1" latinLnBrk="0" hangingPunct="1">
        <a:lnSpc>
          <a:spcPct val="90000"/>
        </a:lnSpc>
        <a:spcBef>
          <a:spcPct val="0"/>
        </a:spcBef>
        <a:buNone/>
        <a:defRPr sz="11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75" indent="-600075" algn="l" defTabSz="2400300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1pPr>
      <a:lvl2pPr marL="180022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75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1998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1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9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640" indent="-600075" algn="l" defTabSz="2400300" rtl="0" eaLnBrk="1" latinLnBrk="0" hangingPunct="1">
        <a:lnSpc>
          <a:spcPct val="90000"/>
        </a:lnSpc>
        <a:spcBef>
          <a:spcPts val="1310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0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7999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1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2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565" algn="l" defTabSz="2400300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8.jpeg"/><Relationship Id="rId17" Type="http://schemas.openxmlformats.org/officeDocument/2006/relationships/image" Target="../media/image17.png"/><Relationship Id="rId16" Type="http://schemas.openxmlformats.org/officeDocument/2006/relationships/image" Target="../media/image16.jpeg"/><Relationship Id="rId15" Type="http://schemas.openxmlformats.org/officeDocument/2006/relationships/image" Target="../media/image15.png"/><Relationship Id="rId14" Type="http://schemas.openxmlformats.org/officeDocument/2006/relationships/image" Target="../media/image14.jpeg"/><Relationship Id="rId13" Type="http://schemas.openxmlformats.org/officeDocument/2006/relationships/image" Target="../media/image13.png"/><Relationship Id="rId12" Type="http://schemas.openxmlformats.org/officeDocument/2006/relationships/image" Target="../media/image12.jpeg"/><Relationship Id="rId11" Type="http://schemas.openxmlformats.org/officeDocument/2006/relationships/image" Target="../media/image11.png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jpe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Relationship Id="rId3" Type="http://schemas.openxmlformats.org/officeDocument/2006/relationships/image" Target="../media/image21.png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39.jpeg"/><Relationship Id="rId20" Type="http://schemas.openxmlformats.org/officeDocument/2006/relationships/image" Target="../media/image38.jpeg"/><Relationship Id="rId2" Type="http://schemas.openxmlformats.org/officeDocument/2006/relationships/image" Target="../media/image20.png"/><Relationship Id="rId19" Type="http://schemas.openxmlformats.org/officeDocument/2006/relationships/image" Target="../media/image37.jpeg"/><Relationship Id="rId18" Type="http://schemas.openxmlformats.org/officeDocument/2006/relationships/image" Target="../media/image36.jpeg"/><Relationship Id="rId17" Type="http://schemas.openxmlformats.org/officeDocument/2006/relationships/image" Target="../media/image35.jpeg"/><Relationship Id="rId16" Type="http://schemas.openxmlformats.org/officeDocument/2006/relationships/image" Target="../media/image34.jpe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jpe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图片包含 背景图案&#10;&#10;AI 生成的内容可能不正确。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" t="3473" r="1059" b="2480"/>
          <a:stretch>
            <a:fillRect/>
          </a:stretch>
        </p:blipFill>
        <p:spPr>
          <a:xfrm>
            <a:off x="14330258" y="2310307"/>
            <a:ext cx="3690079" cy="1155025"/>
          </a:xfrm>
          <a:prstGeom prst="rect">
            <a:avLst/>
          </a:prstGeom>
        </p:spPr>
      </p:pic>
      <p:pic>
        <p:nvPicPr>
          <p:cNvPr id="27" name="图片 26" descr="水下的鱼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1478" y="2325304"/>
            <a:ext cx="1223307" cy="1125026"/>
          </a:xfrm>
          <a:prstGeom prst="rect">
            <a:avLst/>
          </a:prstGeom>
        </p:spPr>
      </p:pic>
      <p:pic>
        <p:nvPicPr>
          <p:cNvPr id="30" name="图片 29" descr="背景图案&#10;&#10;AI 生成的内容可能不正确。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" t="3473" r="1344" b="2778"/>
          <a:stretch>
            <a:fillRect/>
          </a:stretch>
        </p:blipFill>
        <p:spPr>
          <a:xfrm>
            <a:off x="13340823" y="9925201"/>
            <a:ext cx="3716225" cy="1155025"/>
          </a:xfrm>
          <a:prstGeom prst="rect">
            <a:avLst/>
          </a:prstGeom>
        </p:spPr>
      </p:pic>
      <p:pic>
        <p:nvPicPr>
          <p:cNvPr id="33" name="图片 32" descr="图片包含 鱼, 旧, 桌子, 大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767" y="9940198"/>
            <a:ext cx="1214208" cy="1116000"/>
          </a:xfrm>
          <a:prstGeom prst="rect">
            <a:avLst/>
          </a:prstGeom>
        </p:spPr>
      </p:pic>
      <p:pic>
        <p:nvPicPr>
          <p:cNvPr id="36" name="图片 35" descr="图形用户界面&#10;&#10;AI 生成的内容可能不正确。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t="3668" r="1389" b="2583"/>
          <a:stretch>
            <a:fillRect/>
          </a:stretch>
        </p:blipFill>
        <p:spPr>
          <a:xfrm>
            <a:off x="14318344" y="3480333"/>
            <a:ext cx="3690083" cy="1155025"/>
          </a:xfrm>
          <a:prstGeom prst="rect">
            <a:avLst/>
          </a:prstGeom>
        </p:spPr>
      </p:pic>
      <p:pic>
        <p:nvPicPr>
          <p:cNvPr id="39" name="图片 38" descr="蓝色的水里&#10;&#10;AI 生成的内容可能不正确。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1478" y="3481782"/>
            <a:ext cx="1223307" cy="1140026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4401206" y="8026075"/>
            <a:ext cx="958243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Visual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5571220" y="8026074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Geometric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6846791" y="8026077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Fusion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051117" y="8026077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 descr="绿色的鱼&#10;&#10;AI 生成的内容可能不正确。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" t="3928" r="1467" b="3224"/>
          <a:stretch>
            <a:fillRect/>
          </a:stretch>
        </p:blipFill>
        <p:spPr>
          <a:xfrm>
            <a:off x="14322403" y="5783604"/>
            <a:ext cx="3682695" cy="1110308"/>
          </a:xfrm>
          <a:prstGeom prst="rect">
            <a:avLst/>
          </a:prstGeom>
        </p:spPr>
      </p:pic>
      <p:pic>
        <p:nvPicPr>
          <p:cNvPr id="15" name="图片 14" descr="卡通人物&#10;&#10;AI 生成的内容可能不正确。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" t="5912" r="1505" b="1240"/>
          <a:stretch>
            <a:fillRect/>
          </a:stretch>
        </p:blipFill>
        <p:spPr>
          <a:xfrm>
            <a:off x="14322403" y="4665676"/>
            <a:ext cx="3682695" cy="1110308"/>
          </a:xfrm>
          <a:prstGeom prst="rect">
            <a:avLst/>
          </a:prstGeom>
        </p:spPr>
      </p:pic>
      <p:pic>
        <p:nvPicPr>
          <p:cNvPr id="18" name="图片 17" descr="鱼在水里&#10;&#10;AI 生成的内容可能不正确。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4411" y="4673296"/>
            <a:ext cx="1212092" cy="1080868"/>
          </a:xfrm>
          <a:prstGeom prst="rect">
            <a:avLst/>
          </a:prstGeom>
        </p:spPr>
      </p:pic>
      <p:pic>
        <p:nvPicPr>
          <p:cNvPr id="21" name="图片 20" descr="鱼在水里的鲨鱼&#10;&#10;AI 生成的内容可能不正确。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1115" y="5790019"/>
            <a:ext cx="1213200" cy="1094610"/>
          </a:xfrm>
          <a:prstGeom prst="rect">
            <a:avLst/>
          </a:prstGeom>
        </p:spPr>
      </p:pic>
      <p:pic>
        <p:nvPicPr>
          <p:cNvPr id="26" name="图片 25" descr="图片包含 图形用户界面&#10;&#10;AI 生成的内容可能不正确。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" t="3928" r="1601" b="3215"/>
          <a:stretch>
            <a:fillRect/>
          </a:stretch>
        </p:blipFill>
        <p:spPr>
          <a:xfrm>
            <a:off x="14327869" y="6949419"/>
            <a:ext cx="3672000" cy="1080000"/>
          </a:xfrm>
          <a:prstGeom prst="rect">
            <a:avLst/>
          </a:prstGeom>
        </p:spPr>
      </p:pic>
      <p:pic>
        <p:nvPicPr>
          <p:cNvPr id="31" name="图片 30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1117" y="6944376"/>
            <a:ext cx="1212093" cy="1080000"/>
          </a:xfrm>
          <a:prstGeom prst="rect">
            <a:avLst/>
          </a:prstGeom>
        </p:spPr>
      </p:pic>
      <p:pic>
        <p:nvPicPr>
          <p:cNvPr id="44" name="图片 43" descr="图片包含 游戏机, 钟表&#10;&#10;AI 生成的内容可能不正确。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" t="4073" r="1376" b="2872"/>
          <a:stretch>
            <a:fillRect/>
          </a:stretch>
        </p:blipFill>
        <p:spPr>
          <a:xfrm>
            <a:off x="13355052" y="8732232"/>
            <a:ext cx="3701994" cy="1181112"/>
          </a:xfrm>
          <a:prstGeom prst="rect">
            <a:avLst/>
          </a:prstGeom>
        </p:spPr>
      </p:pic>
      <p:pic>
        <p:nvPicPr>
          <p:cNvPr id="47" name="图片 46" descr="水下的石头&#10;&#10;AI 生成的内容可能不正确。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8767" y="8736993"/>
            <a:ext cx="1212092" cy="1162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469885" y="10996658"/>
            <a:ext cx="958243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Visual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639899" y="10996657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Geometric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15470" y="10996660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Fusion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119796" y="10996660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图片包含 游戏机, 游戏, 视频, 监控&#10;&#10;AI 生成的内容可能不正确。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t="4970" r="1729" b="3624"/>
          <a:stretch>
            <a:fillRect/>
          </a:stretch>
        </p:blipFill>
        <p:spPr>
          <a:xfrm>
            <a:off x="18401255" y="8741758"/>
            <a:ext cx="3644352" cy="1162753"/>
          </a:xfrm>
          <a:prstGeom prst="rect">
            <a:avLst/>
          </a:prstGeom>
        </p:spPr>
      </p:pic>
      <p:pic>
        <p:nvPicPr>
          <p:cNvPr id="11" name="图片 10" descr="图片包含 桌子, 食物, 大, 充满&#10;&#10;AI 生成的内容可能不正确。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1948" y="8746565"/>
            <a:ext cx="1209929" cy="1162753"/>
          </a:xfrm>
          <a:prstGeom prst="rect">
            <a:avLst/>
          </a:prstGeom>
        </p:spPr>
      </p:pic>
      <p:pic>
        <p:nvPicPr>
          <p:cNvPr id="25" name="图片 24" descr="图片包含 游戏机&#10;&#10;AI 生成的内容可能不正确。"/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" t="5051" r="1720" b="3543"/>
          <a:stretch>
            <a:fillRect/>
          </a:stretch>
        </p:blipFill>
        <p:spPr>
          <a:xfrm>
            <a:off x="18401256" y="9959248"/>
            <a:ext cx="3627135" cy="1116000"/>
          </a:xfrm>
          <a:prstGeom prst="rect">
            <a:avLst/>
          </a:prstGeom>
        </p:spPr>
      </p:pic>
      <p:pic>
        <p:nvPicPr>
          <p:cNvPr id="32" name="图片 31" descr="图片包含 食物, 片, 西兰花, 岩石&#10;&#10;AI 生成的内容可能不正确。"/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3781" y="9959248"/>
            <a:ext cx="1209929" cy="1116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3479878" y="10999813"/>
            <a:ext cx="958243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Visual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4649892" y="10999812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Geometric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5925463" y="10999815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Fusion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2129789" y="10999815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96982" y="9623875"/>
            <a:ext cx="958243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EOV-Seg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66996" y="9623874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FCCLIP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46893" y="9623877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GT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161329" y="9623874"/>
            <a:ext cx="1113999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Ours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445399" y="10042974"/>
            <a:ext cx="2631521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True: 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72571" y="10042974"/>
            <a:ext cx="3213271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Successful </a:t>
            </a:r>
            <a:r>
              <a:rPr lang="en-US" altLang="zh-CN" sz="1500" dirty="0" err="1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Case&amp;Comparision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353019" y="10499939"/>
            <a:ext cx="2631521" cy="32329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1500" dirty="0">
                <a:solidFill>
                  <a:prstClr val="black"/>
                </a:solidFill>
                <a:latin typeface="Segoe UI Variable Display" pitchFamily="2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Call the Relevant Names</a:t>
            </a:r>
            <a:endParaRPr lang="en-US" altLang="zh-CN" sz="1500" dirty="0">
              <a:solidFill>
                <a:prstClr val="black"/>
              </a:solidFill>
              <a:latin typeface="Segoe UI Variable Display" pitchFamily="2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图片包含 动物, 蛋糕, 食物, 披萨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8632" y="2201168"/>
            <a:ext cx="2160000" cy="2160000"/>
          </a:xfrm>
          <a:prstGeom prst="rect">
            <a:avLst/>
          </a:prstGeom>
        </p:spPr>
      </p:pic>
      <p:pic>
        <p:nvPicPr>
          <p:cNvPr id="14" name="图片 13" descr="图片包含 动物, 蛋糕, 食物, 桌子&#10;&#10;AI 生成的内容可能不正确。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910" y="2201168"/>
            <a:ext cx="2160000" cy="216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840" y="2201168"/>
            <a:ext cx="2160000" cy="2160000"/>
          </a:xfrm>
          <a:prstGeom prst="rect">
            <a:avLst/>
          </a:prstGeom>
        </p:spPr>
      </p:pic>
      <p:pic>
        <p:nvPicPr>
          <p:cNvPr id="20" name="图片 19" descr="图片包含 动物, 蛋糕, 食物, 桌子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048" y="2201168"/>
            <a:ext cx="2160000" cy="2160000"/>
          </a:xfrm>
          <a:prstGeom prst="rect">
            <a:avLst/>
          </a:prstGeom>
        </p:spPr>
      </p:pic>
      <p:pic>
        <p:nvPicPr>
          <p:cNvPr id="26" name="图片 25" descr="鱼在水里&#10;&#10;AI 生成的内容可能不正确。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8632" y="4456975"/>
            <a:ext cx="2160000" cy="2160000"/>
          </a:xfrm>
          <a:prstGeom prst="rect">
            <a:avLst/>
          </a:prstGeom>
        </p:spPr>
      </p:pic>
      <p:pic>
        <p:nvPicPr>
          <p:cNvPr id="29" name="图片 28" descr="水下的鱼&#10;&#10;AI 生成的内容可能不正确。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910" y="4456975"/>
            <a:ext cx="2160000" cy="2160000"/>
          </a:xfrm>
          <a:prstGeom prst="rect">
            <a:avLst/>
          </a:prstGeom>
        </p:spPr>
      </p:pic>
      <p:pic>
        <p:nvPicPr>
          <p:cNvPr id="32" name="图片 31" descr="紫色的鱼在水里&#10;&#10;AI 生成的内容可能不正确。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840" y="4456975"/>
            <a:ext cx="2160000" cy="2160000"/>
          </a:xfrm>
          <a:prstGeom prst="rect">
            <a:avLst/>
          </a:prstGeom>
        </p:spPr>
      </p:pic>
      <p:pic>
        <p:nvPicPr>
          <p:cNvPr id="35" name="图片 34" descr="鱼在水里&#10;&#10;AI 生成的内容可能不正确。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023" y="4456973"/>
            <a:ext cx="2160000" cy="2160000"/>
          </a:xfrm>
          <a:prstGeom prst="rect">
            <a:avLst/>
          </a:prstGeom>
        </p:spPr>
      </p:pic>
      <p:pic>
        <p:nvPicPr>
          <p:cNvPr id="53" name="图片 52" descr="鱼在水里&#10;&#10;AI 生成的内容可能不正确。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8632" y="6712782"/>
            <a:ext cx="2160000" cy="2160000"/>
          </a:xfrm>
          <a:prstGeom prst="rect">
            <a:avLst/>
          </a:prstGeom>
        </p:spPr>
      </p:pic>
      <p:pic>
        <p:nvPicPr>
          <p:cNvPr id="56" name="图片 55" descr="鱼在水里&#10;&#10;AI 生成的内容可能不正确。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910" y="6712782"/>
            <a:ext cx="2160000" cy="2160000"/>
          </a:xfrm>
          <a:prstGeom prst="rect">
            <a:avLst/>
          </a:prstGeom>
        </p:spPr>
      </p:pic>
      <p:pic>
        <p:nvPicPr>
          <p:cNvPr id="59" name="图片 58" descr="鱼在水里&#10;&#10;AI 生成的内容可能不正确。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840" y="6712780"/>
            <a:ext cx="2160000" cy="2160000"/>
          </a:xfrm>
          <a:prstGeom prst="rect">
            <a:avLst/>
          </a:prstGeom>
        </p:spPr>
      </p:pic>
      <p:pic>
        <p:nvPicPr>
          <p:cNvPr id="62" name="图片 61" descr="图片包含 小, 橙子, 花, 躺&#10;&#10;AI 生成的内容可能不正确。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023" y="6712780"/>
            <a:ext cx="2160000" cy="2160000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10415634" y="8295745"/>
            <a:ext cx="2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Blacktail 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Butterflyfish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140703" y="8283043"/>
            <a:ext cx="2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Blacktail 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Butterflyfish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2703265" y="8274356"/>
            <a:ext cx="2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Blacktail 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Butterflyfish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922003" y="8285946"/>
            <a:ext cx="2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Blacktail 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Butterflyfish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3124635" y="6018548"/>
            <a:ext cx="111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Atlantic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Spadefish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10932615" y="3606802"/>
            <a:ext cx="1126038" cy="467815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/>
          <p:cNvSpPr/>
          <p:nvPr/>
        </p:nvSpPr>
        <p:spPr>
          <a:xfrm>
            <a:off x="13238967" y="3606802"/>
            <a:ext cx="1126038" cy="467815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/>
          <p:cNvSpPr/>
          <p:nvPr/>
        </p:nvSpPr>
        <p:spPr>
          <a:xfrm>
            <a:off x="15550366" y="3606800"/>
            <a:ext cx="1126038" cy="467816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/>
          <p:cNvSpPr/>
          <p:nvPr/>
        </p:nvSpPr>
        <p:spPr>
          <a:xfrm>
            <a:off x="16104369" y="4468948"/>
            <a:ext cx="46990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: 圆角 73"/>
          <p:cNvSpPr/>
          <p:nvPr/>
        </p:nvSpPr>
        <p:spPr>
          <a:xfrm>
            <a:off x="13807367" y="4468948"/>
            <a:ext cx="46990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: 圆角 74"/>
          <p:cNvSpPr/>
          <p:nvPr/>
        </p:nvSpPr>
        <p:spPr>
          <a:xfrm>
            <a:off x="11538331" y="4512163"/>
            <a:ext cx="46990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: 圆角 75"/>
          <p:cNvSpPr/>
          <p:nvPr/>
        </p:nvSpPr>
        <p:spPr>
          <a:xfrm>
            <a:off x="9289580" y="4512163"/>
            <a:ext cx="46990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: 圆角 76"/>
          <p:cNvSpPr/>
          <p:nvPr/>
        </p:nvSpPr>
        <p:spPr>
          <a:xfrm>
            <a:off x="8819680" y="7311039"/>
            <a:ext cx="70485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/>
          <p:cNvSpPr/>
          <p:nvPr/>
        </p:nvSpPr>
        <p:spPr>
          <a:xfrm>
            <a:off x="11081605" y="7278346"/>
            <a:ext cx="70485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78"/>
          <p:cNvSpPr/>
          <p:nvPr/>
        </p:nvSpPr>
        <p:spPr>
          <a:xfrm>
            <a:off x="13413279" y="7311039"/>
            <a:ext cx="70485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/>
          <p:cNvSpPr/>
          <p:nvPr/>
        </p:nvSpPr>
        <p:spPr>
          <a:xfrm>
            <a:off x="15649578" y="7311039"/>
            <a:ext cx="704850" cy="646331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/>
          <p:cNvSpPr/>
          <p:nvPr/>
        </p:nvSpPr>
        <p:spPr>
          <a:xfrm>
            <a:off x="8657684" y="3584654"/>
            <a:ext cx="1126038" cy="48996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15424912" y="6006959"/>
            <a:ext cx="111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Atlantic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Spadefish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0843843" y="5990364"/>
            <a:ext cx="111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Atlantic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Spadefish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465805" y="4074615"/>
            <a:ext cx="111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rgbClr val="FFC000"/>
                </a:solidFill>
              </a:rPr>
              <a:t>Abalone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0718865" y="4060048"/>
            <a:ext cx="111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rgbClr val="FFC000"/>
                </a:solidFill>
              </a:rPr>
              <a:t>Abalone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2993329" y="4048442"/>
            <a:ext cx="111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rgbClr val="FFC000"/>
                </a:solidFill>
              </a:rPr>
              <a:t>Abalone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5267793" y="4033226"/>
            <a:ext cx="111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solidFill>
                  <a:srgbClr val="FFC000"/>
                </a:solidFill>
              </a:rPr>
              <a:t>Abalone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8545019" y="6001510"/>
            <a:ext cx="1113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Atlantic</a:t>
            </a:r>
            <a:endParaRPr lang="en-US" altLang="zh-CN" dirty="0">
              <a:solidFill>
                <a:srgbClr val="FFC000"/>
              </a:solidFill>
            </a:endParaRPr>
          </a:p>
          <a:p>
            <a:pPr algn="ctr"/>
            <a:r>
              <a:rPr lang="zh-CN" altLang="en-US" dirty="0">
                <a:solidFill>
                  <a:srgbClr val="FFC000"/>
                </a:solidFill>
              </a:rPr>
              <a:t>Spadefish</a:t>
            </a:r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91" name="图片 90" descr="水下的鱼&#10;&#10;AI 生成的内容可能不正确。"/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6270" y="6712780"/>
            <a:ext cx="2160000" cy="2160000"/>
          </a:xfrm>
          <a:prstGeom prst="rect">
            <a:avLst/>
          </a:prstGeom>
        </p:spPr>
      </p:pic>
      <p:pic>
        <p:nvPicPr>
          <p:cNvPr id="93" name="图片 92" descr="鱼在水里&#10;&#10;AI 生成的内容可能不正确。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6270" y="4456973"/>
            <a:ext cx="2160000" cy="2160000"/>
          </a:xfrm>
          <a:prstGeom prst="rect">
            <a:avLst/>
          </a:prstGeom>
        </p:spPr>
      </p:pic>
      <p:pic>
        <p:nvPicPr>
          <p:cNvPr id="95" name="图片 94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277" y="2201168"/>
            <a:ext cx="2160000" cy="216000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18001567" y="6278508"/>
            <a:ext cx="1304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C000"/>
                </a:solidFill>
              </a:rPr>
              <a:t>Coral Hind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7887487" y="8295744"/>
            <a:ext cx="1304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C000"/>
                </a:solidFill>
              </a:rPr>
              <a:t>Peacock Grouper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7901480" y="3783473"/>
            <a:ext cx="1304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C000"/>
                </a:solidFill>
              </a:rPr>
              <a:t>Peacock Grouper</a:t>
            </a:r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113" name="图片 112" descr="图片包含 岩石, 动物, 食物, 山&#10;&#10;AI 生成的内容可能不正确。"/>
          <p:cNvPicPr/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945" y="6695732"/>
            <a:ext cx="2160000" cy="2160000"/>
          </a:xfrm>
          <a:prstGeom prst="rect">
            <a:avLst/>
          </a:prstGeom>
        </p:spPr>
      </p:pic>
      <p:pic>
        <p:nvPicPr>
          <p:cNvPr id="116" name="图片 115" descr="鱼在水里&#10;&#10;AI 生成的内容可能不正确。"/>
          <p:cNvPicPr/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374" y="2201168"/>
            <a:ext cx="2160000" cy="2160000"/>
          </a:xfrm>
          <a:prstGeom prst="rect">
            <a:avLst/>
          </a:prstGeom>
        </p:spPr>
      </p:pic>
      <p:pic>
        <p:nvPicPr>
          <p:cNvPr id="119" name="图片 118" descr="鱼在游泳&#10;&#10;AI 生成的内容可能不正确。"/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2570" y="6712780"/>
            <a:ext cx="2160000" cy="2160000"/>
          </a:xfrm>
          <a:prstGeom prst="rect">
            <a:avLst/>
          </a:prstGeom>
        </p:spPr>
      </p:pic>
      <p:pic>
        <p:nvPicPr>
          <p:cNvPr id="122" name="图片 121" descr="鱼在水里&#10;&#10;AI 生成的内容可能不正确。"/>
          <p:cNvPicPr/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6038" y="4468946"/>
            <a:ext cx="2160000" cy="2160000"/>
          </a:xfrm>
          <a:prstGeom prst="rect">
            <a:avLst/>
          </a:prstGeom>
        </p:spPr>
      </p:pic>
      <p:pic>
        <p:nvPicPr>
          <p:cNvPr id="125" name="图片 124" descr="鱼在水里&#10;&#10;AI 生成的内容可能不正确。"/>
          <p:cNvPicPr/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6038" y="2201168"/>
            <a:ext cx="2160000" cy="2160000"/>
          </a:xfrm>
          <a:prstGeom prst="rect">
            <a:avLst/>
          </a:prstGeom>
        </p:spPr>
      </p:pic>
      <p:pic>
        <p:nvPicPr>
          <p:cNvPr id="131" name="图片 130" descr="鱼在水里的珊瑚&#10;&#10;AI 生成的内容可能不正确。"/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1374" y="4468946"/>
            <a:ext cx="2160000" cy="2160000"/>
          </a:xfrm>
          <a:prstGeom prst="rect">
            <a:avLst/>
          </a:prstGeom>
        </p:spPr>
      </p:pic>
      <p:sp>
        <p:nvSpPr>
          <p:cNvPr id="132" name="文本框 131"/>
          <p:cNvSpPr txBox="1"/>
          <p:nvPr/>
        </p:nvSpPr>
        <p:spPr>
          <a:xfrm>
            <a:off x="20332178" y="8824190"/>
            <a:ext cx="2520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Examples of</a:t>
            </a:r>
            <a:endParaRPr lang="en-US" altLang="zh-CN" dirty="0"/>
          </a:p>
          <a:p>
            <a:pPr algn="ctr"/>
            <a:r>
              <a:rPr lang="en-US" altLang="zh-CN" dirty="0"/>
              <a:t>Peacock Grouper</a:t>
            </a:r>
            <a:endParaRPr lang="zh-CN" altLang="en-US" dirty="0"/>
          </a:p>
        </p:txBody>
      </p:sp>
      <p:sp>
        <p:nvSpPr>
          <p:cNvPr id="133" name="文本框 132"/>
          <p:cNvSpPr txBox="1"/>
          <p:nvPr/>
        </p:nvSpPr>
        <p:spPr>
          <a:xfrm>
            <a:off x="22552136" y="8811109"/>
            <a:ext cx="2520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Examples of</a:t>
            </a:r>
            <a:endParaRPr lang="en-US" altLang="zh-CN" dirty="0"/>
          </a:p>
          <a:p>
            <a:pPr algn="ctr"/>
            <a:r>
              <a:rPr lang="en-US" altLang="zh-CN" dirty="0"/>
              <a:t>Coral Hind</a:t>
            </a:r>
            <a:endParaRPr lang="zh-CN" altLang="en-US" dirty="0"/>
          </a:p>
        </p:txBody>
      </p:sp>
      <p:sp>
        <p:nvSpPr>
          <p:cNvPr id="134" name="文本框 133"/>
          <p:cNvSpPr txBox="1"/>
          <p:nvPr/>
        </p:nvSpPr>
        <p:spPr>
          <a:xfrm>
            <a:off x="18065468" y="8837236"/>
            <a:ext cx="2520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Fault</a:t>
            </a:r>
            <a:r>
              <a:rPr lang="en-US" altLang="zh-CN" dirty="0"/>
              <a:t> Classification</a:t>
            </a:r>
            <a:endParaRPr lang="en-US" altLang="zh-CN" dirty="0"/>
          </a:p>
          <a:p>
            <a:pPr algn="ctr"/>
            <a:r>
              <a:rPr lang="en-US" altLang="zh-CN" dirty="0"/>
              <a:t>Peacock Grouper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463</Words>
  <Application>WPS 演示</Application>
  <PresentationFormat>自定义</PresentationFormat>
  <Paragraphs>85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Segoe UI Variable Display</vt:lpstr>
      <vt:lpstr>微软雅黑</vt:lpstr>
      <vt:lpstr>Times New Roman</vt:lpstr>
      <vt:lpstr>Arial Unicode MS</vt:lpstr>
      <vt:lpstr>等线 Light</vt:lpstr>
      <vt:lpstr>Calibri Light</vt:lpstr>
      <vt:lpstr>等线</vt:lpstr>
      <vt:lpstr>Calibri</vt:lpstr>
      <vt:lpstr>Office 2013 - 2022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李炳煜</dc:creator>
  <cp:lastModifiedBy>张达</cp:lastModifiedBy>
  <cp:revision>234</cp:revision>
  <dcterms:created xsi:type="dcterms:W3CDTF">2023-08-09T12:44:00Z</dcterms:created>
  <dcterms:modified xsi:type="dcterms:W3CDTF">2026-03-17T08:57:06Z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0FFB374EF87741258E9EC42A4DEF22FC_13</vt:lpwstr>
  </property>
</Properties>
</file>